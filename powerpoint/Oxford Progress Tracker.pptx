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app that helps instructors manage students, grades and feedback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the project solves in one sentence, then the three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features, then go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short: just name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Burgundy and gold are the main colors; the same palette is reused in the dark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demo link and show: login, students table, archive, dashboard, night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6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6B1D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6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6B1D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629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E5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OXFORD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38400"/>
            <a:ext cx="1088339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6ED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Oxford Progress Tracker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45085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D9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platform for tracking student progress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6B1D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About the project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1778000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Oxford Progress Tracker is one place for instructors to keep student information, attendance, grades and feedback.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75" y="2898775"/>
            <a:ext cx="3380317" cy="1500717"/>
          </a:xfrm>
          <a:prstGeom prst="roundRect">
            <a:avLst>
              <a:gd name="adj" fmla="val 8251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6433" y="3179234"/>
            <a:ext cx="290398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6433" y="3585634"/>
            <a:ext cx="2903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switching between tools.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42" y="2898775"/>
            <a:ext cx="3380317" cy="1500717"/>
          </a:xfrm>
          <a:prstGeom prst="roundRect">
            <a:avLst>
              <a:gd name="adj" fmla="val 8251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6300" y="3179234"/>
            <a:ext cx="290398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progress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86300" y="3585634"/>
            <a:ext cx="290398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and attendance at a glance.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09" y="2898775"/>
            <a:ext cx="3380317" cy="1500717"/>
          </a:xfrm>
          <a:prstGeom prst="roundRect">
            <a:avLst>
              <a:gd name="adj" fmla="val 8251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6167" y="3179234"/>
            <a:ext cx="290398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6167" y="3585634"/>
            <a:ext cx="2903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who needs more support.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6B1D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Main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81175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6433" y="2061634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6433" y="2468034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search and archive students.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781175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81233" y="2061634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81233" y="2468034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Grades, attendance and overall performance.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224743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6433" y="3505200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6433" y="3911600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that turn data into insight.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224743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1233" y="3505200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81233" y="3911600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connected to each student.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6B1D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it is built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81175"/>
            <a:ext cx="2482850" cy="1767417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6433" y="2061634"/>
            <a:ext cx="1979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&amp; CSS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6433" y="2468034"/>
            <a:ext cx="197959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 with a light and a dark mode.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781175"/>
            <a:ext cx="2482850" cy="1767417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88833" y="2061634"/>
            <a:ext cx="1979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88833" y="2468034"/>
            <a:ext cx="197959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modules and a single-page style navigation.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781175"/>
            <a:ext cx="2482850" cy="1767417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1233" y="2061634"/>
            <a:ext cx="1979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json-server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1233" y="2468034"/>
            <a:ext cx="197959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students, with soft delete.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781175"/>
            <a:ext cx="2482850" cy="1767417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3634" y="2061634"/>
            <a:ext cx="1979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73634" y="2468034"/>
            <a:ext cx="19795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charts on the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6B1D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1984970" cy="882650"/>
          </a:xfrm>
          <a:prstGeom prst="roundRect">
            <a:avLst>
              <a:gd name="adj" fmla="val 11151"/>
            </a:avLst>
          </a:prstGeom>
          <a:solidFill>
            <a:srgbClr val="6B1D3A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2692400"/>
            <a:ext cx="20510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Burgundy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017509"/>
            <a:ext cx="20510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#6B1D3A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59695" y="1730375"/>
            <a:ext cx="1985037" cy="882650"/>
          </a:xfrm>
          <a:prstGeom prst="roundRect">
            <a:avLst>
              <a:gd name="adj" fmla="val 11151"/>
            </a:avLst>
          </a:prstGeom>
          <a:solidFill>
            <a:srgbClr val="3D0F21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6520" y="2692400"/>
            <a:ext cx="20511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burgundy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56520" y="3017509"/>
            <a:ext cx="205112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#3D0F21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03482" y="1730375"/>
            <a:ext cx="1984970" cy="882650"/>
          </a:xfrm>
          <a:prstGeom prst="roundRect">
            <a:avLst>
              <a:gd name="adj" fmla="val 11151"/>
            </a:avLst>
          </a:prstGeom>
          <a:solidFill>
            <a:srgbClr val="A8802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0307" y="2692400"/>
            <a:ext cx="20510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00307" y="3017509"/>
            <a:ext cx="20510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#A8802F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47203" y="1730375"/>
            <a:ext cx="1985037" cy="882650"/>
          </a:xfrm>
          <a:prstGeom prst="roundRect">
            <a:avLst>
              <a:gd name="adj" fmla="val 11151"/>
            </a:avLst>
          </a:prstGeom>
          <a:solidFill>
            <a:srgbClr val="E5C98A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4028" y="2692400"/>
            <a:ext cx="20511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gold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44028" y="3017509"/>
            <a:ext cx="205112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#E5C98A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90989" y="1730375"/>
            <a:ext cx="1985037" cy="882650"/>
          </a:xfrm>
          <a:prstGeom prst="roundRect">
            <a:avLst>
              <a:gd name="adj" fmla="val 11151"/>
            </a:avLst>
          </a:prstGeom>
          <a:solidFill>
            <a:srgbClr val="14080E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87814" y="2692400"/>
            <a:ext cx="20511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background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87814" y="3017509"/>
            <a:ext cx="205112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#14080E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975" y="3607395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6433" y="3887856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6433" y="4294256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desktop, tablet and phone screens.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00775" y="3607395"/>
            <a:ext cx="5175250" cy="1234017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 w="6350">
            <a:solidFill>
              <a:srgbClr val="E8DD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1233" y="3887856"/>
            <a:ext cx="47527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mode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81233" y="4294256"/>
            <a:ext cx="47527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4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 switches the whole app to a dark theme.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968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E5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2589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ED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Try the 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56689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u="sng" dirty="0">
                <a:solidFill>
                  <a:srgbClr val="E5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https://ammnny.github.io/JS-GroupProject/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73894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xford Progress Tracker">
  <a:themeElements>
    <a:clrScheme name="Oxford Progress Tracker">
      <a:dk1>
        <a:srgbClr val="6B1D3A"/>
      </a:dk1>
      <a:lt1>
        <a:srgbClr val="FBF7F4"/>
      </a:lt1>
      <a:dk2>
        <a:srgbClr val="8F5469"/>
      </a:dk2>
      <a:lt2>
        <a:srgbClr val="EDE1E1"/>
      </a:lt2>
      <a:accent1>
        <a:srgbClr val="E5C98A"/>
      </a:accent1>
      <a:accent2>
        <a:srgbClr val="3D0F21"/>
      </a:accent2>
      <a:accent3>
        <a:srgbClr val="A8802F"/>
      </a:accent3>
      <a:accent4>
        <a:srgbClr val="5E4C54"/>
      </a:accent4>
      <a:accent5>
        <a:srgbClr val="2A1520"/>
      </a:accent5>
      <a:accent6>
        <a:srgbClr val="D9C3CB"/>
      </a:accent6>
      <a:hlink>
        <a:srgbClr val="0563C1"/>
      </a:hlink>
      <a:folHlink>
        <a:srgbClr val="954F72"/>
      </a:folHlink>
    </a:clrScheme>
    <a:fontScheme name="Oxford Progress Track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Oxford Progress Tracker</dc:title>
  <dc:subject/>
  <dc:creator/>
  <cp:lastModifiedBy/>
  <cp:revision>1</cp:revision>
  <dcterms:created xsi:type="dcterms:W3CDTF">2026-10-03T20:13:31Z</dcterms:created>
  <dcterms:modified xsi:type="dcterms:W3CDTF">2026-10-03T20:13:31Z</dcterms:modified>
</cp:coreProperties>
</file>